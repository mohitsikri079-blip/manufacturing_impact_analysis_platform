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56" r:id="rId3"/>
    <p:sldId id="258" r:id="rId4"/>
    <p:sldId id="259" r:id="rId5"/>
    <p:sldId id="260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6" autoAdjust="0"/>
    <p:restoredTop sz="95033" autoAdjust="0"/>
  </p:normalViewPr>
  <p:slideViewPr>
    <p:cSldViewPr snapToGrid="0">
      <p:cViewPr>
        <p:scale>
          <a:sx n="100" d="100"/>
          <a:sy n="100" d="100"/>
        </p:scale>
        <p:origin x="259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60C39-CF3E-489F-8B41-13A7325752A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18A1B-561A-4B83-8DB6-03A8A1884F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5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"Each box in this diagram represents a business entity from the manufacturing domain, and each arrow represents a business relationship." "For example, a Customer places a Sales Order, the Sales Order orders a Product, and the Product is associated with a specific BOM Revision." "The BOM Revision defines which Components are required to manufacture the product." "Each Component is sourced from one or more Suppliers." "Finally, a Work Order is created to build that specific BOM Revision.“</a:t>
            </a:r>
          </a:p>
          <a:p>
            <a:endParaRPr lang="en-IN" dirty="0"/>
          </a:p>
          <a:p>
            <a:r>
              <a:rPr lang="en-IN" dirty="0"/>
              <a:t>"Instead of storing these entities in isolated tables, we model them as a connected graph." "This creates a single source of truth for product structure, manufacturing execution, procurement, and customer demand." "Because everything is connected, we can answer business questions simply by traversing the graph."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8A1B-561A-4B83-8DB6-03A8A1884F1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64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REST Controller</a:t>
            </a:r>
          </a:p>
          <a:p>
            <a:r>
              <a:rPr lang="en-IN" dirty="0"/>
              <a:t>"The REST Controller is the entry point into the application." </a:t>
            </a:r>
          </a:p>
          <a:p>
            <a:r>
              <a:rPr lang="en-IN" dirty="0"/>
              <a:t>"It receives the client request, performs basic request validation, and delegates processing to the service layer."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Graph Traversal Service</a:t>
            </a:r>
          </a:p>
          <a:p>
            <a:r>
              <a:rPr lang="en-IN" dirty="0"/>
              <a:t>"The Graph Traversal Service orchestrates the complete traversal workflow." </a:t>
            </a:r>
          </a:p>
          <a:p>
            <a:r>
              <a:rPr lang="en-IN" dirty="0"/>
              <a:t>"It validates business inputs, coordinates repository calls, and transforms graph data into the API response." </a:t>
            </a:r>
          </a:p>
          <a:p>
            <a:r>
              <a:rPr lang="en-IN" dirty="0"/>
              <a:t>"This layer contains the business orchestration but does not execute graph queries itself."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Graph Traversal Repository</a:t>
            </a:r>
          </a:p>
          <a:p>
            <a:r>
              <a:rPr lang="en-IN" dirty="0"/>
              <a:t>"The repository is responsible only for interacting with Neo4j." </a:t>
            </a:r>
          </a:p>
          <a:p>
            <a:r>
              <a:rPr lang="en-IN" dirty="0"/>
              <a:t>"It executes the shortest-path query and returns native graph paths." </a:t>
            </a:r>
          </a:p>
          <a:p>
            <a:r>
              <a:rPr lang="en-IN" dirty="0"/>
              <a:t>"It hides all Cypher query implementation from the rest of the application."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Neo4j Database</a:t>
            </a:r>
          </a:p>
          <a:p>
            <a:r>
              <a:rPr lang="en-IN" dirty="0"/>
              <a:t>"Neo4j stores the manufacturing knowledge graph." </a:t>
            </a:r>
          </a:p>
          <a:p>
            <a:r>
              <a:rPr lang="en-IN" dirty="0"/>
              <a:t>"It discovers the shortest dependency path between any two business entities." </a:t>
            </a:r>
          </a:p>
          <a:p>
            <a:r>
              <a:rPr lang="en-IN" dirty="0"/>
              <a:t>"This allows complex relationship queries to execute efficiently without custom traversal logic in Java."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Response Mapper</a:t>
            </a:r>
          </a:p>
          <a:p>
            <a:r>
              <a:rPr lang="en-IN" dirty="0"/>
              <a:t>"The Response Mapper converts Neo4j graph objects into the API response model." </a:t>
            </a:r>
          </a:p>
          <a:p>
            <a:r>
              <a:rPr lang="en-IN" dirty="0"/>
              <a:t>"It determines traversal direction, calculates hop count, and builds a client-friendly response."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Response DTO</a:t>
            </a:r>
          </a:p>
          <a:p>
            <a:r>
              <a:rPr lang="en-IN" dirty="0"/>
              <a:t>"The final output is a technology-independent response contract." </a:t>
            </a:r>
          </a:p>
          <a:p>
            <a:r>
              <a:rPr lang="en-IN" dirty="0"/>
              <a:t>"Clients receive only business entities and relationships without any Neo4j-specific implementation details."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8A1B-561A-4B83-8DB6-03A8A1884F1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772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"For example, if I start from a Work Order, I can traverse upstream to discover which Supplier provides the required component." "Or I can traverse downstream to identify which Customer ultimately ordered the product being manufactured."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18A1B-561A-4B83-8DB6-03A8A1884F1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591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830E-D2B9-8F9C-082C-740EAA798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5C0DD-65EE-8E02-684E-9590D9019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D416A-0528-677F-D948-15126440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6795-6671-56BE-13BC-B65851BC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776FF-963D-B88A-1621-6F397591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2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EEEE-1DD6-5CF0-E4B0-D7CE5E26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98177-A58E-8C31-1CB1-CB3E20729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4E949-3BF4-9B2F-BD04-6B75758E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E7BF5-4096-4E80-0E63-5A99D10D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17AD-6ED0-8903-A4FB-ECBDBB60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20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830C7-C3AF-560A-1343-66F05E0A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43E3D-8377-CDE7-31C7-D8A39804B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18ABA-1633-49F4-DA90-2622859E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05536-EE5E-7B0D-50D0-9600C3C3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149B3-8D29-8D57-8206-50167F24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37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F5C59-990A-4FCE-4073-F117955A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400CB-310E-72A8-57AD-CCCB91A4B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FEA5A-2600-55EA-C069-ED33787F4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CBE74-F982-EA6A-A56D-4AA2A6E1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0A399-A267-F6F9-F1F1-FCDBFB7A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EB757-64AF-9CD4-FA5E-7A994F1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70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450A-D5FF-F354-8991-3556943C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54A3A-655C-6C7F-45C3-A6A165F67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DAAAF-6B88-476C-92D9-F29BEE748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DA083-D447-11BB-C583-D7AF1A783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6BDA0-D5EC-C24D-2678-0B0607EC6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5F1E8-D56C-8F84-9AEC-C34A1DE5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61FD3-7DE1-BD5A-8A25-7D2F3BFEE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87C91-35C9-CDE2-A1B5-D7F0082E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44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38BF1-E77E-8020-A16B-3E8434711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1E46C-7AED-25A3-1879-8DE0C4B1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15A8C-E19F-CC7A-5D43-FE3856AC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01A7A-A843-E70E-E8BF-DCCE3AF4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0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04643-5544-9D58-DC63-5B5114A4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52DAE9-FA72-536D-7966-AC9BE5A1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9F6C1-9B23-430F-86B4-CF5C9CC4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85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FB5B-3625-C251-C00D-969001D0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4EAD2-C896-4D5D-38F5-7AF37BC4E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0EECB-0CB1-982C-1496-040ED4583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EC633-8810-F78E-5CF4-D9936D3B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5D3D0-839F-450B-CCBB-ACA5AF9A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03B35-DA4C-10F1-2B64-3B8A347B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932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CA2F-AD9A-CD56-3883-AA111717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64CD0-44FC-FAA9-D759-29EF7F456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1279F-6DE1-42F9-70A7-47AE100E2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6AF9D-D68B-732E-0D8D-063CC1A8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F79D2-6997-6C2A-3E49-5D28B47F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1BBCC-2A3B-D5E8-A4ED-B9ED323D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22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FB44-E2A9-1293-049B-FF4E3B6B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A2C90-D9B6-BBF6-5BC3-A7D9D2186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FE2BE-85C5-C013-5ECD-255031E0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383B9-2E87-58F3-4BB4-E4A7E839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FD8-3D81-342E-5344-C80F3822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4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A1937-90B8-DCBE-DA79-00FFBEC71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93795-3A97-AF1E-C09E-9EA354008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63298-6728-5461-4655-F8A153A95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B4AB-391A-E533-13BA-77858B2D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BD9C-E383-AB10-7460-733EAEF7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65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CB35E-53FE-B438-C5D8-EE0BE90C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863FA-06C5-8E34-716C-0D9EBD1A6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A7161-1D4B-A83F-5490-D07171850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73D57-A50E-4528-B309-91FA4D9E576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5DE63-9ECC-62A9-5CA4-C5406079A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7E0B7-9945-8B82-558E-D33A9264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984FF-3B0B-4AF5-BE8B-5028E3D76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93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88B836-4853-E629-C390-7930934B7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6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46A49E-9FBE-B8A3-58DB-A36B591EFB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161" y="894735"/>
            <a:ext cx="7199057" cy="479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6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117FBC-AA2C-A4B3-779D-5675C37FA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854710"/>
            <a:ext cx="5943600" cy="514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78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C80F08-975C-BC4C-4875-413D8CBB9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425" y="772551"/>
            <a:ext cx="7514389" cy="512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5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259B7D-9E32-CB72-4711-F708A0F89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89" y="851682"/>
            <a:ext cx="7817345" cy="482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2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DFE0-AEE7-1A8D-A97D-071DD381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Manufacturing Asset Impact Intelligence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9E8409-B61C-CBE6-E2D6-A8070521CE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086" y="1690688"/>
            <a:ext cx="70549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5B649D-E6DD-BF71-C076-212576C2C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4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6CD15D-8ED2-892A-9542-E60F0726A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5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421</Words>
  <Application>Microsoft Office PowerPoint</Application>
  <PresentationFormat>Widescreen</PresentationFormat>
  <Paragraphs>34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Manufacturing Asset Impact Intelligence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Sikri</dc:creator>
  <cp:lastModifiedBy>Mohit Sikri</cp:lastModifiedBy>
  <cp:revision>19</cp:revision>
  <dcterms:created xsi:type="dcterms:W3CDTF">2026-07-21T16:02:49Z</dcterms:created>
  <dcterms:modified xsi:type="dcterms:W3CDTF">2026-07-22T07:21:43Z</dcterms:modified>
</cp:coreProperties>
</file>